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772400" cy="8001000"/>
  <p:notesSz cx="80010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— ITSM chatbot workflow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86200" y="960120"/>
            <a:ext cx="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3886200" y="2286000"/>
            <a:ext cx="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H="1">
            <a:off x="2228850" y="3611880"/>
            <a:ext cx="165735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886200" y="3611880"/>
            <a:ext cx="165735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228850" y="4937760"/>
            <a:ext cx="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543550" y="4937760"/>
            <a:ext cx="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28850" y="6126480"/>
            <a:ext cx="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43550" y="6126480"/>
            <a:ext cx="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57400" y="45720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E9EDF2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457200"/>
            <a:ext cx="3657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57400" y="164592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DCEEFB"/>
          </a:solidFill>
          <a:ln w="12700">
            <a:solidFill>
              <a:srgbClr val="0E8F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1645920"/>
            <a:ext cx="3657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&amp; bot 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4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Bot Service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57400" y="297180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DCEEFB"/>
          </a:solidFill>
          <a:ln w="12700">
            <a:solidFill>
              <a:srgbClr val="0E8F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&amp; entity detection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4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Language (CLU / LUIS)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" y="4297680"/>
            <a:ext cx="2857500" cy="640080"/>
          </a:xfrm>
          <a:prstGeom prst="roundRect">
            <a:avLst>
              <a:gd name="adj" fmla="val 8571"/>
            </a:avLst>
          </a:prstGeom>
          <a:solidFill>
            <a:srgbClr val="DCF5EA"/>
          </a:solidFill>
          <a:ln w="12700">
            <a:solidFill>
              <a:srgbClr val="1E9E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" y="4297680"/>
            <a:ext cx="28575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lookup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Cognitive Search + QnA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0" y="4297680"/>
            <a:ext cx="2857500" cy="640080"/>
          </a:xfrm>
          <a:prstGeom prst="roundRect">
            <a:avLst>
              <a:gd name="adj" fmla="val 8571"/>
            </a:avLst>
          </a:prstGeom>
          <a:solidFill>
            <a:srgbClr val="FCE4DA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4297680"/>
            <a:ext cx="28575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incident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 → BMC Helix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85850" y="562356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DCF5EA"/>
          </a:solidFill>
          <a:ln w="12700">
            <a:solidFill>
              <a:srgbClr val="1E9E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5850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with answer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86250" y="562356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FCE4DA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86250" y="5623560"/>
            <a:ext cx="2514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with ticket #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57400" y="681228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E9EDF2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6812280"/>
            <a:ext cx="3657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monitor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 + Application Insights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75895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knowledge / FAQ path      </a:t>
            </a:r>
            <a:pPr algn="ctr" indent="0" marL="0">
              <a:buNone/>
            </a:pPr>
            <a:r>
              <a:rPr lang="en-US" sz="9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</a:t>
            </a:r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incident creation path (BMC Helix)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— ITSM chatbot workflow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86200" y="960120"/>
            <a:ext cx="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3886200" y="2286000"/>
            <a:ext cx="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H="1">
            <a:off x="2228850" y="3611880"/>
            <a:ext cx="165735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886200" y="3611880"/>
            <a:ext cx="165735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228850" y="4937760"/>
            <a:ext cx="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543550" y="4937760"/>
            <a:ext cx="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28850" y="6126480"/>
            <a:ext cx="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43550" y="6126480"/>
            <a:ext cx="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57400" y="45720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E9EDF2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457200"/>
            <a:ext cx="3657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57400" y="164592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DCEEFB"/>
          </a:solidFill>
          <a:ln w="12700">
            <a:solidFill>
              <a:srgbClr val="0E8F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1645920"/>
            <a:ext cx="3657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&amp; bot 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4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Lex (+ API Gateway if custom channel)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57400" y="297180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DCEEFB"/>
          </a:solidFill>
          <a:ln w="12700">
            <a:solidFill>
              <a:srgbClr val="0E8F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&amp; entity detection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4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 NLU / Amazon Bedrock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" y="4297680"/>
            <a:ext cx="2857500" cy="640080"/>
          </a:xfrm>
          <a:prstGeom prst="roundRect">
            <a:avLst>
              <a:gd name="adj" fmla="val 8571"/>
            </a:avLst>
          </a:prstGeom>
          <a:solidFill>
            <a:srgbClr val="DCF5EA"/>
          </a:solidFill>
          <a:ln w="12700">
            <a:solidFill>
              <a:srgbClr val="1E9E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" y="4297680"/>
            <a:ext cx="28575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lookup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Kendra / Bedrock Knowledge Base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0" y="4297680"/>
            <a:ext cx="2857500" cy="640080"/>
          </a:xfrm>
          <a:prstGeom prst="roundRect">
            <a:avLst>
              <a:gd name="adj" fmla="val 8571"/>
            </a:avLst>
          </a:prstGeom>
          <a:solidFill>
            <a:srgbClr val="FCE4DA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4297680"/>
            <a:ext cx="28575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incident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→ BMC Helix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85850" y="562356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DCF5EA"/>
          </a:solidFill>
          <a:ln w="12700">
            <a:solidFill>
              <a:srgbClr val="1E9E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5850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with answer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86250" y="562356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FCE4DA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86250" y="5623560"/>
            <a:ext cx="2514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with ticket #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57400" y="681228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E9EDF2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6812280"/>
            <a:ext cx="3657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monitor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+ CloudWatch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75895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knowledge / FAQ path      </a:t>
            </a:r>
            <a:pPr algn="ctr" indent="0" marL="0">
              <a:buNone/>
            </a:pPr>
            <a:r>
              <a:rPr lang="en-US" sz="9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</a:t>
            </a:r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incident creation path (BMC Helix)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ITSM Chatbot Workflow — Azure vs AWS</dc:title>
  <dc:subject>PptxGenJS Presentation</dc:subject>
  <dc:creator>Azure Chat Bot Program</dc:creator>
  <cp:lastModifiedBy>Azure Chat Bot Program</cp:lastModifiedBy>
  <cp:revision>1</cp:revision>
  <dcterms:created xsi:type="dcterms:W3CDTF">2026-07-02T04:28:22Z</dcterms:created>
  <dcterms:modified xsi:type="dcterms:W3CDTF">2026-07-02T04:28:22Z</dcterms:modified>
</cp:coreProperties>
</file>